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FA700-4E44-4C1E-9356-40795BE9C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7A1F3D-0D1E-4366-9FB7-5EDC1DC1E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D21D5B-E588-4C35-8F82-7EFD5450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19C0-CDC1-4D33-9D9A-86C69AD9CC4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DFCC1D-4CDE-4900-85DB-D24B668B9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EC4823-0E5E-4F64-BF08-8D2DFAB0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D246E-6323-401B-9B31-49DA25813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3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AC87E-A3DE-4AFB-9139-494F60817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78F442-816B-4280-AB70-13EE0B9D1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BF2B18-993D-4ECB-AE00-E3D99A97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19C0-CDC1-4D33-9D9A-86C69AD9CC4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E843C8-92FB-49F7-9926-1117149C1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01710D-66D3-429D-A0DD-B27B27BBE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D246E-6323-401B-9B31-49DA25813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57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2F422E-228B-4218-B85C-47E6C065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0AE78F-B31A-4AEC-BD27-4FB935D74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C8A699-1913-405C-80E3-FBABBDC6C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19C0-CDC1-4D33-9D9A-86C69AD9CC4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3C1F8B-4AB3-42C8-99AE-09508DF5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C20C50-2BB7-4C98-85CC-A58E5AE82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D246E-6323-401B-9B31-49DA25813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699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84256-91EB-4EE9-835D-6AC43BB2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1445C2-0E44-4906-BCB2-F5A4320542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5EE803-965C-4C75-849A-4F5E7EDCF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820B95-2687-47EC-9497-CB24D695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19C0-CDC1-4D33-9D9A-86C69AD9CC4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9B6366-205B-475B-9668-938A079F0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44FE91-0A7B-419D-916C-1C2791AF3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D246E-6323-401B-9B31-49DA25813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767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764B1-9EE7-49ED-950A-6F05E707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16943F-FA42-4943-985F-4B4850367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5D03DF-3FAE-4EDB-A968-8A318E9FB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8F5AF3-1E4B-4A4C-A06F-109B4123D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048194-F7D4-4F09-8AD1-9A0270F8B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947A61-01A8-4F05-B3B8-2CE1D79A8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19C0-CDC1-4D33-9D9A-86C69AD9CC4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E419C9A-AE11-46D8-98A7-4100133F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DA2905-D78B-41B0-9B82-EC100013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D246E-6323-401B-9B31-49DA25813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51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A7261A-5743-4D72-84B7-698F32EE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646934-CBD4-4C3C-87F6-C87B86D8F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19C0-CDC1-4D33-9D9A-86C69AD9CC4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BB2B78-FAA7-4EF2-ABE5-A0A84EC53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77D775-1A8E-4DFE-94BB-EB9CD662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D246E-6323-401B-9B31-49DA25813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125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6686E4-3518-4D5A-8407-C8E840BDC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19C0-CDC1-4D33-9D9A-86C69AD9CC4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68C53E-C312-4B9F-9567-35E930C6F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3C178D-E78E-4E81-8C2A-B65AF42D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D246E-6323-401B-9B31-49DA25813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285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F748A-3905-48DC-9BF8-1EE96771E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77983-7586-4E0F-97E2-C3569CAA3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C391CE-8641-48CC-B129-E3610E647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941994-2DD5-4FE0-A8D9-2C9F04704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19C0-CDC1-4D33-9D9A-86C69AD9CC4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FB7D36-C0CD-4609-B8EC-FE8029CC4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A7D2AA-344E-407B-BD54-2A43B1F7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D246E-6323-401B-9B31-49DA25813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32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C6247-8C70-4F64-84E4-12F560BB0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11D5B4B-4EDD-4548-989A-21D072948E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0A256C-E942-4C84-BE6B-7E57FE28C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9C7121-4AFD-488F-81A6-ED14B164E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19C0-CDC1-4D33-9D9A-86C69AD9CC4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B7F5DC-7283-4AF6-B248-60B47E7D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E1312B-B28D-4D64-A88D-CAAD9C7CA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D246E-6323-401B-9B31-49DA25813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73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69DC0-301D-4576-BA8B-D79DB3E8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770E35-0F77-47A2-8198-7C4612AD7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965B70-FB93-4263-8221-8EC83767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19C0-CDC1-4D33-9D9A-86C69AD9CC4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02FE5E-E918-4D63-9D01-B9C51916A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7BF8F8-44C2-461D-9530-5F6AF363F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D246E-6323-401B-9B31-49DA25813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915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4F7D19-6602-4ED3-BB5D-763D0687F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466F0A-044D-4777-AFBD-D902960BF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4AD265-5C9F-4137-A31D-CF5E7315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19C0-CDC1-4D33-9D9A-86C69AD9CC4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00C3E2-D050-4628-8B34-A6782862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5C0118-A7A7-4086-A912-D02CFD8E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D246E-6323-401B-9B31-49DA25813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138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C4A5C7-9597-415A-A8A3-1D03A721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AD4A90-FD20-45CA-9916-412F15811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A47E9C-7D64-4E0A-B25E-364400609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719C0-CDC1-4D33-9D9A-86C69AD9CC4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EF3C9F-819E-4AE9-8EBA-6FEB2B09A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2F5294-E07C-403F-9600-62C5AF02C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246E-6323-401B-9B31-49DA25813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381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框 72">
            <a:extLst>
              <a:ext uri="{FF2B5EF4-FFF2-40B4-BE49-F238E27FC236}">
                <a16:creationId xmlns:a16="http://schemas.microsoft.com/office/drawing/2014/main" id="{9E5C88BA-2D1A-4E13-9DEF-5F30CB052CDD}"/>
              </a:ext>
            </a:extLst>
          </p:cNvPr>
          <p:cNvSpPr txBox="1"/>
          <p:nvPr/>
        </p:nvSpPr>
        <p:spPr>
          <a:xfrm>
            <a:off x="3321489" y="3425371"/>
            <a:ext cx="1342178" cy="790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WM_PAINT</a:t>
            </a:r>
            <a:br>
              <a:rPr lang="en-US" altLang="zh-CN" sz="1600" dirty="0">
                <a:latin typeface="Consolas" panose="020B0609020204030204" pitchFamily="49" charset="0"/>
              </a:rPr>
            </a:br>
            <a:r>
              <a:rPr lang="zh-CN" altLang="en-US" sz="1600" dirty="0">
                <a:latin typeface="Consolas" panose="020B0609020204030204" pitchFamily="49" charset="0"/>
              </a:rPr>
              <a:t>定时器报时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AF3633F-5D3D-41A9-A437-69D2BA8531C4}"/>
              </a:ext>
            </a:extLst>
          </p:cNvPr>
          <p:cNvSpPr txBox="1"/>
          <p:nvPr/>
        </p:nvSpPr>
        <p:spPr>
          <a:xfrm>
            <a:off x="3321489" y="4650532"/>
            <a:ext cx="1342178" cy="790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WM_KEYUP…</a:t>
            </a:r>
            <a:br>
              <a:rPr lang="en-US" altLang="zh-CN" sz="1600" dirty="0">
                <a:latin typeface="Consolas" panose="020B0609020204030204" pitchFamily="49" charset="0"/>
              </a:rPr>
            </a:br>
            <a:r>
              <a:rPr lang="zh-CN" altLang="en-US" sz="1600" dirty="0">
                <a:latin typeface="Consolas" panose="020B0609020204030204" pitchFamily="49" charset="0"/>
              </a:rPr>
              <a:t>键鼠输入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5FDB40E-1B10-4E61-A315-4505E7C3DB99}"/>
              </a:ext>
            </a:extLst>
          </p:cNvPr>
          <p:cNvSpPr txBox="1"/>
          <p:nvPr/>
        </p:nvSpPr>
        <p:spPr>
          <a:xfrm>
            <a:off x="3321489" y="2269051"/>
            <a:ext cx="1342178" cy="790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WM_TIMER</a:t>
            </a:r>
            <a:br>
              <a:rPr lang="en-US" altLang="zh-CN" sz="1600" dirty="0">
                <a:latin typeface="Consolas" panose="020B0609020204030204" pitchFamily="49" charset="0"/>
              </a:rPr>
            </a:br>
            <a:r>
              <a:rPr lang="zh-CN" altLang="en-US" sz="1600" dirty="0">
                <a:latin typeface="Consolas" panose="020B0609020204030204" pitchFamily="49" charset="0"/>
              </a:rPr>
              <a:t>定时器报时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EB1A4F0-4BFC-4650-8E24-76B6D5B24852}"/>
              </a:ext>
            </a:extLst>
          </p:cNvPr>
          <p:cNvSpPr txBox="1"/>
          <p:nvPr/>
        </p:nvSpPr>
        <p:spPr>
          <a:xfrm>
            <a:off x="3321489" y="1123787"/>
            <a:ext cx="1342178" cy="790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WM_CREATE</a:t>
            </a:r>
            <a:br>
              <a:rPr lang="en-US" altLang="zh-CN" sz="1600" dirty="0">
                <a:latin typeface="Consolas" panose="020B0609020204030204" pitchFamily="49" charset="0"/>
              </a:rPr>
            </a:br>
            <a:r>
              <a:rPr lang="zh-CN" altLang="en-US" sz="1600" dirty="0">
                <a:latin typeface="Consolas" panose="020B0609020204030204" pitchFamily="49" charset="0"/>
              </a:rPr>
              <a:t>窗口初始化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5D92CA3-9192-4775-BD01-6BD58B47D436}"/>
              </a:ext>
            </a:extLst>
          </p:cNvPr>
          <p:cNvSpPr/>
          <p:nvPr/>
        </p:nvSpPr>
        <p:spPr>
          <a:xfrm>
            <a:off x="1004932" y="407404"/>
            <a:ext cx="1656785" cy="68806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窗口初始化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WinMain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3FA247E-35A2-4A6A-9250-C4C53DEBAC9E}"/>
              </a:ext>
            </a:extLst>
          </p:cNvPr>
          <p:cNvSpPr/>
          <p:nvPr/>
        </p:nvSpPr>
        <p:spPr>
          <a:xfrm>
            <a:off x="9531227" y="1816028"/>
            <a:ext cx="1902363" cy="579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输入处理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ProcessUiInput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D38BD01-A36F-447B-87F4-053F9F52E3D8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10482409" y="2395451"/>
            <a:ext cx="0" cy="3611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A3A4F28-71A5-4A26-80A0-E826C8CB6F2E}"/>
              </a:ext>
            </a:extLst>
          </p:cNvPr>
          <p:cNvSpPr/>
          <p:nvPr/>
        </p:nvSpPr>
        <p:spPr>
          <a:xfrm>
            <a:off x="9531227" y="2756642"/>
            <a:ext cx="1902363" cy="579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碰撞检测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CheckCollision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7D685FA-82A1-4C1D-B837-88B0852F1F3F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10482409" y="3336065"/>
            <a:ext cx="1" cy="3648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B726B07-10B4-4CE2-94B6-A645CC9EC067}"/>
              </a:ext>
            </a:extLst>
          </p:cNvPr>
          <p:cNvSpPr/>
          <p:nvPr/>
        </p:nvSpPr>
        <p:spPr>
          <a:xfrm>
            <a:off x="9531229" y="3700940"/>
            <a:ext cx="1902361" cy="5794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游戏逻辑更新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UpdateScene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D42AEBF-9195-4F4F-97B7-99CF74EB5D74}"/>
              </a:ext>
            </a:extLst>
          </p:cNvPr>
          <p:cNvCxnSpPr>
            <a:cxnSpLocks/>
          </p:cNvCxnSpPr>
          <p:nvPr/>
        </p:nvCxnSpPr>
        <p:spPr>
          <a:xfrm flipV="1">
            <a:off x="3268300" y="1560355"/>
            <a:ext cx="0" cy="3536747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8878E3A-5DC5-419C-B583-761E710F25F4}"/>
              </a:ext>
            </a:extLst>
          </p:cNvPr>
          <p:cNvCxnSpPr>
            <a:cxnSpLocks/>
          </p:cNvCxnSpPr>
          <p:nvPr/>
        </p:nvCxnSpPr>
        <p:spPr>
          <a:xfrm>
            <a:off x="3268300" y="1560355"/>
            <a:ext cx="1448556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0533AE8-7DB0-4F15-96B4-438D041312DE}"/>
              </a:ext>
            </a:extLst>
          </p:cNvPr>
          <p:cNvSpPr/>
          <p:nvPr/>
        </p:nvSpPr>
        <p:spPr>
          <a:xfrm>
            <a:off x="1004932" y="2996278"/>
            <a:ext cx="1656785" cy="68806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窗口事件循环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WinProc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42B2BD9B-D1DA-4A04-B129-F13A59186F4F}"/>
              </a:ext>
            </a:extLst>
          </p:cNvPr>
          <p:cNvCxnSpPr>
            <a:cxnSpLocks/>
            <a:stCxn id="4" idx="2"/>
            <a:endCxn id="27" idx="0"/>
          </p:cNvCxnSpPr>
          <p:nvPr/>
        </p:nvCxnSpPr>
        <p:spPr>
          <a:xfrm>
            <a:off x="1833325" y="1095466"/>
            <a:ext cx="0" cy="19008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E3FEF4F-53F1-485F-8D95-97E81CFF79C7}"/>
              </a:ext>
            </a:extLst>
          </p:cNvPr>
          <p:cNvCxnSpPr>
            <a:cxnSpLocks/>
            <a:stCxn id="27" idx="2"/>
            <a:endCxn id="46" idx="0"/>
          </p:cNvCxnSpPr>
          <p:nvPr/>
        </p:nvCxnSpPr>
        <p:spPr>
          <a:xfrm>
            <a:off x="1833325" y="3684339"/>
            <a:ext cx="0" cy="1756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22DDDC0-2D75-455F-A3A6-10808AFD30E4}"/>
              </a:ext>
            </a:extLst>
          </p:cNvPr>
          <p:cNvSpPr/>
          <p:nvPr/>
        </p:nvSpPr>
        <p:spPr>
          <a:xfrm>
            <a:off x="1004932" y="5441133"/>
            <a:ext cx="1656785" cy="688061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程序结束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14721D2B-0C05-4D05-BE42-460DD1B04EB0}"/>
              </a:ext>
            </a:extLst>
          </p:cNvPr>
          <p:cNvCxnSpPr>
            <a:cxnSpLocks/>
          </p:cNvCxnSpPr>
          <p:nvPr/>
        </p:nvCxnSpPr>
        <p:spPr>
          <a:xfrm>
            <a:off x="2661717" y="3340308"/>
            <a:ext cx="606583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8A01988A-165D-47C1-84E8-BAB4313D8245}"/>
              </a:ext>
            </a:extLst>
          </p:cNvPr>
          <p:cNvSpPr/>
          <p:nvPr/>
        </p:nvSpPr>
        <p:spPr>
          <a:xfrm>
            <a:off x="4716855" y="1199164"/>
            <a:ext cx="1656785" cy="68806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游戏初始化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GameInit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700873B8-C784-4161-84CE-6BC6C671EA25}"/>
              </a:ext>
            </a:extLst>
          </p:cNvPr>
          <p:cNvCxnSpPr>
            <a:cxnSpLocks/>
          </p:cNvCxnSpPr>
          <p:nvPr/>
        </p:nvCxnSpPr>
        <p:spPr>
          <a:xfrm>
            <a:off x="3268300" y="2673931"/>
            <a:ext cx="1448556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B29D3E38-0CCB-46C1-8B4F-272CB70D504D}"/>
              </a:ext>
            </a:extLst>
          </p:cNvPr>
          <p:cNvSpPr/>
          <p:nvPr/>
        </p:nvSpPr>
        <p:spPr>
          <a:xfrm>
            <a:off x="4716855" y="2329900"/>
            <a:ext cx="1656785" cy="68806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游戏循环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GameLoop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1580AE2C-62D8-4E78-8241-04863B356769}"/>
              </a:ext>
            </a:extLst>
          </p:cNvPr>
          <p:cNvCxnSpPr>
            <a:cxnSpLocks/>
          </p:cNvCxnSpPr>
          <p:nvPr/>
        </p:nvCxnSpPr>
        <p:spPr>
          <a:xfrm flipH="1">
            <a:off x="4445818" y="779757"/>
            <a:ext cx="465888" cy="4501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936611E0-502A-4CCA-A37E-31FFE3F382EB}"/>
              </a:ext>
            </a:extLst>
          </p:cNvPr>
          <p:cNvSpPr txBox="1"/>
          <p:nvPr/>
        </p:nvSpPr>
        <p:spPr>
          <a:xfrm>
            <a:off x="4619144" y="335194"/>
            <a:ext cx="2073243" cy="421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也在这里设置定时器</a:t>
            </a: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3EDAEDBB-FFEA-4A88-BE07-09368CF7D737}"/>
              </a:ext>
            </a:extLst>
          </p:cNvPr>
          <p:cNvCxnSpPr>
            <a:cxnSpLocks/>
          </p:cNvCxnSpPr>
          <p:nvPr/>
        </p:nvCxnSpPr>
        <p:spPr>
          <a:xfrm>
            <a:off x="3268300" y="3864459"/>
            <a:ext cx="1448556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282EE422-D254-4495-9EB3-F31B14B05A07}"/>
              </a:ext>
            </a:extLst>
          </p:cNvPr>
          <p:cNvSpPr/>
          <p:nvPr/>
        </p:nvSpPr>
        <p:spPr>
          <a:xfrm>
            <a:off x="4716855" y="3527910"/>
            <a:ext cx="1656785" cy="68806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游戏渲染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GameRender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D322613-AD0E-4215-B935-12E1A5B74C1A}"/>
              </a:ext>
            </a:extLst>
          </p:cNvPr>
          <p:cNvSpPr/>
          <p:nvPr/>
        </p:nvSpPr>
        <p:spPr>
          <a:xfrm>
            <a:off x="4716856" y="4603690"/>
            <a:ext cx="1651126" cy="986823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键鼠输入缓存</a:t>
            </a:r>
          </a:p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mouse.h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b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keyboard.h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F1F8D148-021F-43C0-B14C-91441252991A}"/>
              </a:ext>
            </a:extLst>
          </p:cNvPr>
          <p:cNvCxnSpPr>
            <a:cxnSpLocks/>
          </p:cNvCxnSpPr>
          <p:nvPr/>
        </p:nvCxnSpPr>
        <p:spPr>
          <a:xfrm>
            <a:off x="3268300" y="5097102"/>
            <a:ext cx="1448556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DB042F08-D2CF-4973-B9EB-CFFA66E4A73B}"/>
              </a:ext>
            </a:extLst>
          </p:cNvPr>
          <p:cNvSpPr/>
          <p:nvPr/>
        </p:nvSpPr>
        <p:spPr>
          <a:xfrm>
            <a:off x="7092252" y="1339262"/>
            <a:ext cx="1656785" cy="68806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场景循环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SceneLoop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363014FB-1283-40AB-A992-30F11EF317A6}"/>
              </a:ext>
            </a:extLst>
          </p:cNvPr>
          <p:cNvCxnSpPr>
            <a:cxnSpLocks/>
            <a:endCxn id="89" idx="0"/>
          </p:cNvCxnSpPr>
          <p:nvPr/>
        </p:nvCxnSpPr>
        <p:spPr>
          <a:xfrm flipH="1">
            <a:off x="7920645" y="2040243"/>
            <a:ext cx="2" cy="3578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C9980F36-FA83-4EE0-AF45-4ACAA3D98746}"/>
              </a:ext>
            </a:extLst>
          </p:cNvPr>
          <p:cNvSpPr/>
          <p:nvPr/>
        </p:nvSpPr>
        <p:spPr>
          <a:xfrm>
            <a:off x="7092252" y="2398100"/>
            <a:ext cx="1656785" cy="68806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触发渲染</a:t>
            </a:r>
          </a:p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InvalidateRect</a:t>
            </a:r>
            <a:endParaRPr lang="zh-CN" altLang="en-US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8479E87F-97F2-4DAB-81CA-2386B66AB130}"/>
              </a:ext>
            </a:extLst>
          </p:cNvPr>
          <p:cNvCxnSpPr>
            <a:cxnSpLocks/>
            <a:stCxn id="62" idx="3"/>
            <a:endCxn id="87" idx="1"/>
          </p:cNvCxnSpPr>
          <p:nvPr/>
        </p:nvCxnSpPr>
        <p:spPr>
          <a:xfrm flipV="1">
            <a:off x="6373640" y="1683293"/>
            <a:ext cx="718612" cy="9906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C12DD667-8106-4189-87D4-DB5FE71189C1}"/>
              </a:ext>
            </a:extLst>
          </p:cNvPr>
          <p:cNvCxnSpPr>
            <a:cxnSpLocks/>
            <a:stCxn id="87" idx="3"/>
            <a:endCxn id="114" idx="1"/>
          </p:cNvCxnSpPr>
          <p:nvPr/>
        </p:nvCxnSpPr>
        <p:spPr>
          <a:xfrm flipV="1">
            <a:off x="8749037" y="1049871"/>
            <a:ext cx="782190" cy="6334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6A2133BB-9DA6-44C9-8643-D5F188E22B3E}"/>
              </a:ext>
            </a:extLst>
          </p:cNvPr>
          <p:cNvSpPr/>
          <p:nvPr/>
        </p:nvSpPr>
        <p:spPr>
          <a:xfrm>
            <a:off x="9531227" y="622235"/>
            <a:ext cx="1902363" cy="85527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场景切换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UnloadScene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LoadScene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183596A2-96E4-4DC5-BEF8-89A760A0FD26}"/>
              </a:ext>
            </a:extLst>
          </p:cNvPr>
          <p:cNvCxnSpPr>
            <a:cxnSpLocks/>
            <a:stCxn id="114" idx="2"/>
            <a:endCxn id="10" idx="0"/>
          </p:cNvCxnSpPr>
          <p:nvPr/>
        </p:nvCxnSpPr>
        <p:spPr>
          <a:xfrm>
            <a:off x="10482409" y="1477507"/>
            <a:ext cx="0" cy="3385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7BE2EF05-1F56-4787-AF9D-F1DF939B85EC}"/>
              </a:ext>
            </a:extLst>
          </p:cNvPr>
          <p:cNvSpPr/>
          <p:nvPr/>
        </p:nvSpPr>
        <p:spPr>
          <a:xfrm>
            <a:off x="7092252" y="3520428"/>
            <a:ext cx="1656785" cy="68806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场景渲染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RenderScene</a:t>
            </a:r>
            <a:endParaRPr lang="zh-CN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32774A82-91D0-4147-86F8-49BCC087D056}"/>
              </a:ext>
            </a:extLst>
          </p:cNvPr>
          <p:cNvCxnSpPr>
            <a:cxnSpLocks/>
            <a:stCxn id="74" idx="3"/>
            <a:endCxn id="125" idx="1"/>
          </p:cNvCxnSpPr>
          <p:nvPr/>
        </p:nvCxnSpPr>
        <p:spPr>
          <a:xfrm flipV="1">
            <a:off x="6373640" y="3864459"/>
            <a:ext cx="718612" cy="74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5D9A25EE-7F7C-4AFC-9B4F-EB94475A02FA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9225482" y="2105740"/>
            <a:ext cx="305745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0EAD6F0A-28A9-4989-A09E-703AD1D6EF49}"/>
              </a:ext>
            </a:extLst>
          </p:cNvPr>
          <p:cNvCxnSpPr>
            <a:cxnSpLocks/>
          </p:cNvCxnSpPr>
          <p:nvPr/>
        </p:nvCxnSpPr>
        <p:spPr>
          <a:xfrm flipV="1">
            <a:off x="9225482" y="2105740"/>
            <a:ext cx="0" cy="2991361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BE68C3C9-AC50-4876-83CB-F11DF649D546}"/>
              </a:ext>
            </a:extLst>
          </p:cNvPr>
          <p:cNvCxnSpPr>
            <a:cxnSpLocks/>
            <a:endCxn id="76" idx="3"/>
          </p:cNvCxnSpPr>
          <p:nvPr/>
        </p:nvCxnSpPr>
        <p:spPr>
          <a:xfrm flipH="1">
            <a:off x="6367982" y="5097102"/>
            <a:ext cx="28575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E7DD2205-8E83-40EA-99AA-3C7DEA93C4BF}"/>
              </a:ext>
            </a:extLst>
          </p:cNvPr>
          <p:cNvSpPr txBox="1"/>
          <p:nvPr/>
        </p:nvSpPr>
        <p:spPr>
          <a:xfrm>
            <a:off x="7158080" y="4662739"/>
            <a:ext cx="1525127" cy="421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读取键鼠输入</a:t>
            </a: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FDD878AA-1603-4A97-A694-B1266C2B4C61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9225483" y="3990652"/>
            <a:ext cx="305746" cy="0"/>
          </a:xfrm>
          <a:prstGeom prst="straightConnector1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F077470D-C398-4DB5-99B3-A2E7B70B1FD7}"/>
              </a:ext>
            </a:extLst>
          </p:cNvPr>
          <p:cNvSpPr/>
          <p:nvPr/>
        </p:nvSpPr>
        <p:spPr>
          <a:xfrm>
            <a:off x="463989" y="108641"/>
            <a:ext cx="2948032" cy="6654297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B3F3A568-70E7-4044-80CA-688B993F2110}"/>
              </a:ext>
            </a:extLst>
          </p:cNvPr>
          <p:cNvSpPr txBox="1"/>
          <p:nvPr/>
        </p:nvSpPr>
        <p:spPr>
          <a:xfrm>
            <a:off x="531886" y="6393606"/>
            <a:ext cx="209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Win32 </a:t>
            </a:r>
            <a:r>
              <a:rPr lang="zh-CN" altLang="en-US" dirty="0">
                <a:solidFill>
                  <a:srgbClr val="C00000"/>
                </a:solidFill>
              </a:rPr>
              <a:t>应用程序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BDD16F79-07CC-40BA-B23E-E624FC99EA78}"/>
              </a:ext>
            </a:extLst>
          </p:cNvPr>
          <p:cNvSpPr/>
          <p:nvPr/>
        </p:nvSpPr>
        <p:spPr>
          <a:xfrm>
            <a:off x="4579917" y="108641"/>
            <a:ext cx="2083801" cy="6654297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7D039544-5618-4158-B7EC-7CBAE398E5A4}"/>
              </a:ext>
            </a:extLst>
          </p:cNvPr>
          <p:cNvSpPr txBox="1"/>
          <p:nvPr/>
        </p:nvSpPr>
        <p:spPr>
          <a:xfrm>
            <a:off x="4647814" y="6393606"/>
            <a:ext cx="2015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游戏框架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F3ED9BBC-C279-43D6-9D6A-471CF5EEC215}"/>
              </a:ext>
            </a:extLst>
          </p:cNvPr>
          <p:cNvSpPr/>
          <p:nvPr/>
        </p:nvSpPr>
        <p:spPr>
          <a:xfrm>
            <a:off x="6911757" y="108641"/>
            <a:ext cx="4748357" cy="6654297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1944CC18-6FBD-4F4D-A98B-547BCD5FE215}"/>
              </a:ext>
            </a:extLst>
          </p:cNvPr>
          <p:cNvSpPr txBox="1"/>
          <p:nvPr/>
        </p:nvSpPr>
        <p:spPr>
          <a:xfrm>
            <a:off x="6979653" y="6393606"/>
            <a:ext cx="4748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场景逻辑（同学们需要理解并完成的部分）</a:t>
            </a:r>
          </a:p>
        </p:txBody>
      </p:sp>
    </p:spTree>
    <p:extLst>
      <p:ext uri="{BB962C8B-B14F-4D97-AF65-F5344CB8AC3E}">
        <p14:creationId xmlns:p14="http://schemas.microsoft.com/office/powerpoint/2010/main" val="2872253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7334B3E7-D0EF-4B6D-95F0-1F9408DF7EC3}"/>
              </a:ext>
            </a:extLst>
          </p:cNvPr>
          <p:cNvSpPr/>
          <p:nvPr/>
        </p:nvSpPr>
        <p:spPr>
          <a:xfrm>
            <a:off x="5267607" y="941559"/>
            <a:ext cx="1656785" cy="68806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场景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71DD7EF-E0CF-411B-A707-A75F2F8722FC}"/>
              </a:ext>
            </a:extLst>
          </p:cNvPr>
          <p:cNvSpPr/>
          <p:nvPr/>
        </p:nvSpPr>
        <p:spPr>
          <a:xfrm>
            <a:off x="2406712" y="3168712"/>
            <a:ext cx="1232781" cy="53415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角色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CEBE54E-6C18-460E-AEA4-6B547E2F961C}"/>
              </a:ext>
            </a:extLst>
          </p:cNvPr>
          <p:cNvSpPr/>
          <p:nvPr/>
        </p:nvSpPr>
        <p:spPr>
          <a:xfrm>
            <a:off x="4025773" y="3168712"/>
            <a:ext cx="1232781" cy="53415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敌人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4DA76B6-9D7F-4FFF-A570-155D09139D95}"/>
              </a:ext>
            </a:extLst>
          </p:cNvPr>
          <p:cNvSpPr/>
          <p:nvPr/>
        </p:nvSpPr>
        <p:spPr>
          <a:xfrm>
            <a:off x="5644834" y="3168712"/>
            <a:ext cx="1232781" cy="53415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子弹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DC3FCDA-87F3-4184-BCDD-F2C61379DA75}"/>
              </a:ext>
            </a:extLst>
          </p:cNvPr>
          <p:cNvSpPr/>
          <p:nvPr/>
        </p:nvSpPr>
        <p:spPr>
          <a:xfrm>
            <a:off x="8025895" y="3168712"/>
            <a:ext cx="1232781" cy="534156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按钮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62EBFD-B713-4031-B937-86EAF915B397}"/>
              </a:ext>
            </a:extLst>
          </p:cNvPr>
          <p:cNvSpPr/>
          <p:nvPr/>
        </p:nvSpPr>
        <p:spPr>
          <a:xfrm>
            <a:off x="835181" y="2335795"/>
            <a:ext cx="6235575" cy="2100404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8D97AF-70E1-4203-A6F0-DD20A4576097}"/>
              </a:ext>
            </a:extLst>
          </p:cNvPr>
          <p:cNvSpPr txBox="1"/>
          <p:nvPr/>
        </p:nvSpPr>
        <p:spPr>
          <a:xfrm>
            <a:off x="903078" y="4066866"/>
            <a:ext cx="264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场景中的游戏物体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DF1189B-1E5A-46A9-B1B2-49BC7DAE72A6}"/>
              </a:ext>
            </a:extLst>
          </p:cNvPr>
          <p:cNvSpPr/>
          <p:nvPr/>
        </p:nvSpPr>
        <p:spPr>
          <a:xfrm>
            <a:off x="7607173" y="2335793"/>
            <a:ext cx="3782087" cy="2100405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707F688-5B0A-4C33-9167-644D963196BE}"/>
              </a:ext>
            </a:extLst>
          </p:cNvPr>
          <p:cNvSpPr txBox="1"/>
          <p:nvPr/>
        </p:nvSpPr>
        <p:spPr>
          <a:xfrm>
            <a:off x="7660734" y="4066866"/>
            <a:ext cx="2645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场景中的</a:t>
            </a:r>
            <a:r>
              <a:rPr lang="en-US" altLang="zh-CN" dirty="0">
                <a:solidFill>
                  <a:srgbClr val="C00000"/>
                </a:solidFill>
              </a:rPr>
              <a:t>UI</a:t>
            </a:r>
            <a:r>
              <a:rPr lang="zh-CN" altLang="en-US" dirty="0">
                <a:solidFill>
                  <a:srgbClr val="C00000"/>
                </a:solidFill>
              </a:rPr>
              <a:t>组件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734554A-D431-4B89-A69F-8AF18B43D169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023103" y="1629621"/>
            <a:ext cx="3072897" cy="15390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89EE685-F16C-4D9C-A8C7-22858FE374B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4642164" y="1629621"/>
            <a:ext cx="1453836" cy="15390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84BFC26-2856-4699-B6D6-69162C355F10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096000" y="1629621"/>
            <a:ext cx="165225" cy="15390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C1ECFEC-A1F8-4CDB-BBB9-DB407478FCAB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6096000" y="1629621"/>
            <a:ext cx="2546286" cy="15390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4C35621F-7A53-48ED-923C-E125D08B1609}"/>
              </a:ext>
            </a:extLst>
          </p:cNvPr>
          <p:cNvSpPr txBox="1"/>
          <p:nvPr/>
        </p:nvSpPr>
        <p:spPr>
          <a:xfrm>
            <a:off x="864599" y="4715117"/>
            <a:ext cx="777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场景要负责这些物体的创建、销毁、碰撞检测、更新和渲染等等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19571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140</Words>
  <Application>Microsoft Office PowerPoint</Application>
  <PresentationFormat>宽屏</PresentationFormat>
  <Paragraphs>39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微软雅黑</vt:lpstr>
      <vt:lpstr>Arial</vt:lpstr>
      <vt:lpstr>Consolas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怡豪 刘</dc:creator>
  <cp:lastModifiedBy>怡豪 刘</cp:lastModifiedBy>
  <cp:revision>139</cp:revision>
  <dcterms:created xsi:type="dcterms:W3CDTF">2025-10-13T11:10:20Z</dcterms:created>
  <dcterms:modified xsi:type="dcterms:W3CDTF">2025-10-20T09:36:20Z</dcterms:modified>
</cp:coreProperties>
</file>